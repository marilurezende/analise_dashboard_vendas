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Soma de Vendas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905ae32c-a747-49ca-a7e7-8aa65e9a146a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74abcd9da9d24cc7" /><Relationship Type="http://schemas.openxmlformats.org/officeDocument/2006/relationships/slideLayout" Target="/ppt/slideLayouts/slideLayout8.xml" Id="Rdc0dd1bc5c1c47f8" /><Relationship Type="http://schemas.openxmlformats.org/officeDocument/2006/relationships/hyperlink" Target="https://app.powerbi.com/groups/me/reports/905ae32c-a747-49ca-a7e7-8aa65e9a146a/?pbi_source=PowerPoint" TargetMode="External" Id="RelId0" /><Relationship Type="http://schemas.openxmlformats.org/officeDocument/2006/relationships/image" Target="/ppt/media/image4.png" Id="imgId504880352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Analise_dados_Dashboard_de_Vendas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25/05/2026 16:45:32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25/05/2026 16:38:50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oma de Vendas por País ,Soma de Lucro por País ,Lucro por Segmento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0488035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1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